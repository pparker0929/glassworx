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6F0D-DD46-691F-B65C-147D23F66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AE09E-E41A-9977-8754-1450D6C60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2F3CE-40D8-4D66-B5C5-87E9B9F7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EBA7D-5A6B-B07E-2CA2-C914E59B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1DDC-C340-8980-9013-B57D7421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83DF-452E-988D-B4B4-0ED86199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E5E6-571D-4652-0C18-8D6EE393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7C548-7E03-DF10-6EB6-143C43F0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2067-3C16-EB5E-B91B-E5C94BAB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3639-507A-34FA-A6FA-DC2DEAC3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0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7F7E-8B9C-56FC-E65A-5895915F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14B87-CADD-9495-2C2A-98A9F5907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23841-CB55-6860-6EE2-DA448BA2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54C5-4401-B1E6-B064-B03A4962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5ECBD-D719-4145-01C2-3245249B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2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02EB-C9A8-852B-3DF7-2AF9676B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7D7CA-8075-D68A-A3FD-A0A119846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E99C4-1FA6-3119-9B23-DB644B071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6B144-B736-F607-4EF6-DDC4037E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E5AA4-B5A9-8D9A-3585-2A1C285F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6B6EA-F882-4FAD-AC0D-0483D8AB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8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E1D2-5D42-93E1-4C53-98E1EA12E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1EB4C-E20A-2E05-F874-9302B4414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E6F3F-663B-5C8D-8D0C-B335D464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606F3-1F5F-E702-AD28-9B3625349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C922C-7925-4538-E36F-1FDC76A58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B932F-0B90-6E21-A547-51A646AA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09A41-5248-6BDA-FE5F-BB990426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986E6-7D45-52DD-A120-435DA337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1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2D0A-F45A-0932-AB61-EFF02440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48209-9E01-60EB-1985-CBECE581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359E2-8C8A-DF90-8189-7381FF18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6F13C-6AEA-FC4D-855D-78F809F0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9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B278B-3328-AD4B-4F73-ED060F71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6D17F-1313-A7B4-AC24-6E02AFA3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66930-1CA5-019D-9E9B-D8287047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6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4E1A-41DF-71CB-4072-B9B7ECE0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F27BC-E43A-D56C-6760-7F81AFBA9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1C6C2-D129-BD1D-EEBB-9A73FEB0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6651C-5E7A-FE53-2DEF-1794E1C0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35059-17CF-1475-92FD-B7BE67A1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84992-7096-9E90-6684-9012EFBB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4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B647-6D36-BA3A-3083-2936EC96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049D2-092B-5BA4-1A95-920F11ECF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4EBFD-7909-E4A2-0551-E80DF78B2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C58E3-A4F2-C763-521E-C6A63C7C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2C050-AA10-5BB0-375C-E6FCA503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88E80-561D-ADB6-F297-77E0F172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B3CF-D220-8326-3B20-3E38111F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9EA6B-D85C-3504-5F11-98A1A5411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735F9-9CD5-A98B-24A7-1D79D16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9C3B-6147-D764-2D66-CC48412F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DF3A0-BBBF-83D0-6C52-0453E14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9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34C26-987D-AF2B-1B7B-0F42D086F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A6BF7-E399-2154-5F47-6AD187ABE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E9366-4085-871B-A033-DF8866C4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F057-B12A-4A99-2D9E-2A3AF956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ADDB-1BD5-F7F3-D997-0D1CF0CA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9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26A09-2670-C02D-57D6-A528A4AA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EF19-F418-FB2C-21E8-B0828849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8E3E-8637-4468-EA1B-256930B04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35588-12DB-4445-8030-EDAE0DE2176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7C17E-E157-B64B-AD98-8FD5107B5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5BAF-C388-9DC0-4948-50BB615FD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26338-D23B-4F74-AD42-F2F651410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06E1D-E198-1314-42AD-E6F3DE18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509" y="220337"/>
            <a:ext cx="8152178" cy="653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2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D.</dc:creator>
  <cp:lastModifiedBy>Larry D.</cp:lastModifiedBy>
  <cp:revision>1</cp:revision>
  <dcterms:created xsi:type="dcterms:W3CDTF">2026-08-16T19:20:17Z</dcterms:created>
  <dcterms:modified xsi:type="dcterms:W3CDTF">2026-08-16T19:22:55Z</dcterms:modified>
</cp:coreProperties>
</file>